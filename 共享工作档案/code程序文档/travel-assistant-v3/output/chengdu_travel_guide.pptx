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1E1E"/>
                </a:solidFill>
              </a:defRPr>
            </a:pPr>
            <a:r>
              <a:t>🐼 成都旅行手册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✨ 天府之国 · 美食之都 ✨</a:t>
            </a:r>
            <a:br/>
            <a:r>
              <a:t>3天2晚深度游攻略</a:t>
            </a:r>
            <a:br/>
            <a:r>
              <a:t>📅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🗓️ 行程概览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Day 1：🐼 熊猫基地 + 市区文化游</a:t>
            </a:r>
          </a:p>
          <a:p>
            <a:pPr>
              <a:spcAft>
                <a:spcPts val="800"/>
              </a:spcAft>
              <a:defRPr sz="1800"/>
            </a:pPr>
            <a:r>
              <a:t>      熊猫基地 → 武侯祠 → 锦里 → 九眼桥</a:t>
            </a:r>
          </a:p>
          <a:p>
            <a:pPr>
              <a:spcAft>
                <a:spcPts val="800"/>
              </a:spcAft>
              <a:defRPr sz="1800"/>
            </a:pPr>
            <a:r>
              <a:t>      午餐：建设巷 / 晚餐：火锅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2：🏮 古街漫步 + 文艺打卡</a:t>
            </a:r>
          </a:p>
          <a:p>
            <a:pPr>
              <a:spcAft>
                <a:spcPts val="800"/>
              </a:spcAft>
              <a:defRPr sz="1800"/>
            </a:pPr>
            <a:r>
              <a:t>      宽窄巷子 → 人民公园 → 春熙路太古里</a:t>
            </a:r>
          </a:p>
          <a:p>
            <a:pPr>
              <a:spcAft>
                <a:spcPts val="800"/>
              </a:spcAft>
              <a:defRPr sz="1800"/>
            </a:pPr>
            <a:r>
              <a:t>      午餐：奎星楼街 / 晚餐：太古里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3：📜 历史人文 + 返程</a:t>
            </a:r>
          </a:p>
          <a:p>
            <a:pPr>
              <a:spcAft>
                <a:spcPts val="800"/>
              </a:spcAft>
              <a:defRPr sz="1800"/>
            </a:pPr>
            <a:r>
              <a:t>      杜甫草堂 → 东郊记忆 → 购买特产</a:t>
            </a:r>
          </a:p>
          <a:p>
            <a:pPr>
              <a:spcAft>
                <a:spcPts val="800"/>
              </a:spcAft>
              <a:defRPr sz="1800"/>
            </a:pPr>
            <a:r>
              <a:t>      午餐：玉林路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🐼 Day 1：熊猫基地 + 市区文化游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🌅 上午：成都大熊猫繁育研究基地</a:t>
            </a:r>
          </a:p>
          <a:p>
            <a:pPr>
              <a:spcAft>
                <a:spcPts val="800"/>
              </a:spcAft>
              <a:defRPr sz="1800"/>
            </a:pPr>
            <a:r>
              <a:t>   • 时间：07:30 - 12:00</a:t>
            </a:r>
          </a:p>
          <a:p>
            <a:pPr>
              <a:spcAft>
                <a:spcPts val="800"/>
              </a:spcAft>
              <a:defRPr sz="1800"/>
            </a:pPr>
            <a:r>
              <a:t>   • 门票：成人55元/人（含观光车），学生27元/人</a:t>
            </a:r>
          </a:p>
          <a:p>
            <a:pPr>
              <a:spcAft>
                <a:spcPts val="800"/>
              </a:spcAft>
              <a:defRPr sz="1800"/>
            </a:pPr>
            <a:r>
              <a:t>   • 交通：地铁3号线熊猫大道站D口 → 公交408路</a:t>
            </a:r>
          </a:p>
          <a:p>
            <a:pPr>
              <a:spcAft>
                <a:spcPts val="800"/>
              </a:spcAft>
              <a:defRPr sz="1800"/>
            </a:pPr>
            <a:r>
              <a:t>   • 亮点：看'花花'啃竹子、熊猫塔俯瞰园区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💡 游玩贴士：建议07:30开园就入园，直奔幼年大熊猫别墅看网红'花花'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🏛️ 下午：武侯祠 · 锦里古街</a:t>
            </a:r>
          </a:p>
          <a:p>
            <a:pPr>
              <a:spcAft>
                <a:spcPts val="800"/>
              </a:spcAft>
              <a:defRPr sz="1800"/>
            </a:pPr>
            <a:r>
              <a:t>   • 时间：14:00 - 17:00</a:t>
            </a:r>
          </a:p>
          <a:p>
            <a:pPr>
              <a:spcAft>
                <a:spcPts val="800"/>
              </a:spcAft>
              <a:defRPr sz="1800"/>
            </a:pPr>
            <a:r>
              <a:t>   • 门票：武侯祠50元/人，锦里免费</a:t>
            </a:r>
          </a:p>
          <a:p>
            <a:pPr>
              <a:spcAft>
                <a:spcPts val="800"/>
              </a:spcAft>
              <a:defRPr sz="1800"/>
            </a:pPr>
            <a:r>
              <a:t>   • 亮点：AR赤壁之战场景、红墙竹影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🏮 Day 2：古街漫步 + 文艺打卡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🌅 上午：宽窄巷子 (09:00 - 12:00)</a:t>
            </a:r>
          </a:p>
          <a:p>
            <a:pPr>
              <a:spcAft>
                <a:spcPts val="800"/>
              </a:spcAft>
              <a:defRPr sz="1800"/>
            </a:pPr>
            <a:r>
              <a:t>   • 门票：免费</a:t>
            </a:r>
          </a:p>
          <a:p>
            <a:pPr>
              <a:spcAft>
                <a:spcPts val="800"/>
              </a:spcAft>
              <a:defRPr sz="1800"/>
            </a:pPr>
            <a:r>
              <a:t>   • 亮点：清朝古宅、非遗竹编体验、川剧变脸快闪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🍵 下午：人民公园 + 春熙路太古里</a:t>
            </a:r>
          </a:p>
          <a:p>
            <a:pPr>
              <a:spcAft>
                <a:spcPts val="800"/>
              </a:spcAft>
              <a:defRPr sz="1800"/>
            </a:pPr>
            <a:r>
              <a:t>   • 人民公园：鹤鸣茶社、采耳体验</a:t>
            </a:r>
          </a:p>
          <a:p>
            <a:pPr>
              <a:spcAft>
                <a:spcPts val="800"/>
              </a:spcAft>
              <a:defRPr sz="1800"/>
            </a:pPr>
            <a:r>
              <a:t>   • 春熙路太古里：IFS顶楼熊猫雕塑、裸眼3D广告墙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🌙 晚上：太古里夜游</a:t>
            </a:r>
          </a:p>
          <a:p>
            <a:pPr>
              <a:spcAft>
                <a:spcPts val="800"/>
              </a:spcAft>
              <a:defRPr sz="1800"/>
            </a:pPr>
            <a:r>
              <a:t>   • IFS熊猫灯光秀 (20:00/21:00)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📜 Day 3：历史人文 + 返程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🌅 上午：杜甫草堂 (09:00 - 11:30)</a:t>
            </a:r>
          </a:p>
          <a:p>
            <a:pPr>
              <a:spcAft>
                <a:spcPts val="800"/>
              </a:spcAft>
              <a:defRPr sz="1800"/>
            </a:pPr>
            <a:r>
              <a:t>   • 门票：50元/人</a:t>
            </a:r>
          </a:p>
          <a:p>
            <a:pPr>
              <a:spcAft>
                <a:spcPts val="800"/>
              </a:spcAft>
              <a:defRPr sz="1800"/>
            </a:pPr>
            <a:r>
              <a:t>   • 亮点：唐代制笺工艺体验、AI诗歌创作机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🎨 下午：东郊记忆 (14:00 - 16:00)</a:t>
            </a:r>
          </a:p>
          <a:p>
            <a:pPr>
              <a:spcAft>
                <a:spcPts val="800"/>
              </a:spcAft>
              <a:defRPr sz="1800"/>
            </a:pPr>
            <a:r>
              <a:t>   • 门票：免费</a:t>
            </a:r>
          </a:p>
          <a:p>
            <a:pPr>
              <a:spcAft>
                <a:spcPts val="800"/>
              </a:spcAft>
              <a:defRPr sz="1800"/>
            </a:pPr>
            <a:r>
              <a:t>   • 亮点：'成都'大字红墙、绿皮火车广场、工业风拍照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🛍️ 返程准备：购买特产（火锅底料、郫县豆瓣、蜀绣、冷吃兔）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🍜 美食推荐汇总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🔥 火锅类：</a:t>
            </a:r>
          </a:p>
          <a:p>
            <a:pPr>
              <a:spcAft>
                <a:spcPts val="800"/>
              </a:spcAft>
              <a:defRPr sz="1800"/>
            </a:pPr>
            <a:r>
              <a:t>   • 巴蜀大宅门 - 80元 - 酥肉、挂面鸭肠</a:t>
            </a:r>
          </a:p>
          <a:p>
            <a:pPr>
              <a:spcAft>
                <a:spcPts val="800"/>
              </a:spcAft>
              <a:defRPr sz="1800"/>
            </a:pPr>
            <a:r>
              <a:t>   • 吼堂老火锅 - 107元 - 鲜切牛肉、糖油果子雪花冰</a:t>
            </a:r>
          </a:p>
          <a:p>
            <a:pPr>
              <a:spcAft>
                <a:spcPts val="800"/>
              </a:spcAft>
              <a:defRPr sz="1800"/>
            </a:pPr>
            <a:r>
              <a:t>   • 小龙坎火锅 - 84元 - 脆毛肚、红糖糍粑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🍢 串串香类：</a:t>
            </a:r>
          </a:p>
          <a:p>
            <a:pPr>
              <a:spcAft>
                <a:spcPts val="800"/>
              </a:spcAft>
              <a:defRPr sz="1800"/>
            </a:pPr>
            <a:r>
              <a:t>   • 冒椒火辣 - 50-60元 - 兔腰、鹌鹑蛋、脑花</a:t>
            </a:r>
          </a:p>
          <a:p>
            <a:pPr>
              <a:spcAft>
                <a:spcPts val="800"/>
              </a:spcAft>
              <a:defRPr sz="1800"/>
            </a:pPr>
            <a:r>
              <a:t>   • 玉林串串香 - 50-60元 - 麻辣牛肉、香辣排骨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🏨 住宿推荐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ISEYA世野·高空全套房酒店 - 400-600元/晚</a:t>
            </a:r>
          </a:p>
          <a:p>
            <a:pPr>
              <a:spcAft>
                <a:spcPts val="800"/>
              </a:spcAft>
              <a:defRPr sz="1800"/>
            </a:pPr>
            <a:r>
              <a:t>   位置：春熙路/太古里 | 评分：9.6/10</a:t>
            </a:r>
          </a:p>
          <a:p>
            <a:pPr>
              <a:spcAft>
                <a:spcPts val="800"/>
              </a:spcAft>
              <a:defRPr sz="1800"/>
            </a:pPr>
            <a:r>
              <a:t>   特色：超高层客房，躺瞰IFS太古里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全季酒店（春熙路店）- 300-450元/晚</a:t>
            </a:r>
          </a:p>
          <a:p>
            <a:pPr>
              <a:spcAft>
                <a:spcPts val="800"/>
              </a:spcAft>
              <a:defRPr sz="1800"/>
            </a:pPr>
            <a:r>
              <a:t>   位置：总府路8号 | 评分：4.6/5</a:t>
            </a:r>
          </a:p>
          <a:p>
            <a:pPr>
              <a:spcAft>
                <a:spcPts val="800"/>
              </a:spcAft>
              <a:defRPr sz="1800"/>
            </a:pPr>
            <a:r>
              <a:t>   特色：位置极佳，步行5分钟到春熙路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💡 住宿建议：首选春熙路/太古里商圈，交通便利，美食集中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费用预算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💵 经济型预算（人均800-1200元）</a:t>
            </a:r>
          </a:p>
          <a:p>
            <a:pPr>
              <a:spcAft>
                <a:spcPts val="800"/>
              </a:spcAft>
              <a:defRPr sz="1800"/>
            </a:pPr>
            <a:r>
              <a:t>   住宿400元 + 门票225元 + 餐饮260元 + 交通100元 + 其他100元</a:t>
            </a:r>
          </a:p>
          <a:p>
            <a:pPr>
              <a:spcAft>
                <a:spcPts val="800"/>
              </a:spcAft>
              <a:defRPr sz="1800"/>
            </a:pPr>
            <a:r>
              <a:t>   ≈ 1085元/人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💵 舒适型预算（人均1500-2000元）</a:t>
            </a:r>
          </a:p>
          <a:p>
            <a:pPr>
              <a:spcAft>
                <a:spcPts val="800"/>
              </a:spcAft>
              <a:defRPr sz="1800"/>
            </a:pPr>
            <a:r>
              <a:t>   住宿800元 + 门票225元 + 餐饮470元 + 交通200元 + 其他300元</a:t>
            </a:r>
          </a:p>
          <a:p>
            <a:pPr>
              <a:spcAft>
                <a:spcPts val="800"/>
              </a:spcAft>
              <a:defRPr sz="1800"/>
            </a:pPr>
            <a:r>
              <a:t>   ≈ 1995元/人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💵 豪华型预算（人均2500元以上）</a:t>
            </a:r>
          </a:p>
          <a:p>
            <a:pPr>
              <a:spcAft>
                <a:spcPts val="800"/>
              </a:spcAft>
              <a:defRPr sz="1800"/>
            </a:pPr>
            <a:r>
              <a:t>   住宿1600元 + 门票400元 + 餐饮800元 + 交通500元 + 其他500元</a:t>
            </a:r>
          </a:p>
          <a:p>
            <a:pPr>
              <a:spcAft>
                <a:spcPts val="800"/>
              </a:spcAft>
              <a:defRPr sz="1800"/>
            </a:pPr>
            <a:r>
              <a:t>   ≈ 3800元/人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实用信息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✈️ 到达方式：</a:t>
            </a:r>
          </a:p>
          <a:p>
            <a:pPr>
              <a:spcAft>
                <a:spcPts val="800"/>
              </a:spcAft>
              <a:defRPr sz="1800"/>
            </a:pPr>
            <a:r>
              <a:t>   • 天府国际机场：地铁18号线，10-15元/约60分钟</a:t>
            </a:r>
          </a:p>
          <a:p>
            <a:pPr>
              <a:spcAft>
                <a:spcPts val="800"/>
              </a:spcAft>
              <a:defRPr sz="1800"/>
            </a:pPr>
            <a:r>
              <a:t>   • 双流国际机场：地铁10号线，5-10元/约40分钟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🚇 市内交通：地铁2-7元，公交2元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🌤️ 最佳旅游季节：春季（3-5月）、秋季（9-11月）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⚠️ 预约提醒：</a:t>
            </a:r>
          </a:p>
          <a:p>
            <a:pPr>
              <a:spcAft>
                <a:spcPts val="800"/>
              </a:spcAft>
              <a:defRPr sz="1800"/>
            </a:pPr>
            <a:r>
              <a:t>   • 熊猫基地：需提前7天预约，每日限量8万人次</a:t>
            </a:r>
          </a:p>
          <a:p>
            <a:pPr>
              <a:spcAft>
                <a:spcPts val="800"/>
              </a:spcAft>
              <a:defRPr sz="1800"/>
            </a:pPr>
            <a:r>
              <a:t>   • 成都博物馆：预约周期14天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1E1E"/>
                </a:solidFill>
              </a:defRPr>
            </a:pPr>
            <a:r>
              <a:t>🎉 祝您成都之旅愉快！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🐼 天府之国等你来探索 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